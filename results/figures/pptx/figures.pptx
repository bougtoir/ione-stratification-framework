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1</a:t>
            </a:r>
          </a:p>
        </p:txBody>
      </p:sp>
      <p:pic>
        <p:nvPicPr>
          <p:cNvPr id="3" name="Picture 2" descr="fig1_phase1_pri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10362895" cy="39857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Phase 1 primary metrics across methods.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2</a:t>
            </a:r>
          </a:p>
        </p:txBody>
      </p:sp>
      <p:pic>
        <p:nvPicPr>
          <p:cNvPr id="3" name="Picture 2" descr="fig2_sensitivity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10362895" cy="5181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Sensitivity of bias reduction to Z→X influence.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3</a:t>
            </a:r>
          </a:p>
        </p:txBody>
      </p:sp>
      <p:pic>
        <p:nvPicPr>
          <p:cNvPr id="3" name="Picture 2" descr="fig3_real_data_a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10362895" cy="47104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Real-data ARI by dataset and method.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