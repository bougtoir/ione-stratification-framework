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Figure 1</a:t>
            </a:r>
          </a:p>
        </p:txBody>
      </p:sp>
      <p:pic>
        <p:nvPicPr>
          <p:cNvPr id="3" name="Picture 2" descr="fig1_rsm_ipd_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362895" cy="29145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Primary IPD scenario: (a) ARI, (b) C1/W coherence diagnostics, and (c) ATE bias reduction by method.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Figure 2</a:t>
            </a:r>
          </a:p>
        </p:txBody>
      </p:sp>
      <p:pic>
        <p:nvPicPr>
          <p:cNvPr id="3" name="Picture 2" descr="fig2_rsm_ipd_strata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362895" cy="64768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Random-effects ATE bias reduction as the number of strata varies.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Figure 3</a:t>
            </a:r>
          </a:p>
        </p:txBody>
      </p:sp>
      <p:pic>
        <p:nvPicPr>
          <p:cNvPr id="3" name="Picture 2" descr="fig3_rsm_real_data_ar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362895" cy="47104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Real-data illustration: ARI by dataset and method.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Figure 4</a:t>
            </a:r>
          </a:p>
        </p:txBody>
      </p:sp>
      <p:pic>
        <p:nvPicPr>
          <p:cNvPr id="3" name="Picture 2" descr="fig4_rsm_ipd_sample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362895" cy="64768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Sample-size sensitivity of random-effects ATE bias reduction (K=5).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Figure 5</a:t>
            </a:r>
          </a:p>
        </p:txBody>
      </p:sp>
      <p:pic>
        <p:nvPicPr>
          <p:cNvPr id="3" name="Picture 2" descr="fig5_rsm_ipd_nonlinea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362895" cy="64768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Non-linear Z-&gt;X robustness: random-effects ATE bias reduction (n=2000, K=5).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Figure 6</a:t>
            </a:r>
          </a:p>
        </p:txBody>
      </p:sp>
      <p:pic>
        <p:nvPicPr>
          <p:cNvPr id="3" name="Picture 2" descr="fig6_rsm_diagnostic_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362895" cy="64768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Diagnostic calibration of C1 and W_est: AUC for discriminating the alternative DGM from the empirical null distribution (n=2000, K=5).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Figure 7</a:t>
            </a:r>
          </a:p>
        </p:txBody>
      </p:sp>
      <p:pic>
        <p:nvPicPr>
          <p:cNvPr id="3" name="Picture 2" descr="fig7_cate_variance_expla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362895" cy="64768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CATE variance explained (eta^2 = W_true) and estimated W_est by method in the primary scenario (n=2000, K=5).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