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1</a:t>
            </a:r>
          </a:p>
        </p:txBody>
      </p:sp>
      <p:pic>
        <p:nvPicPr>
          <p:cNvPr id="3" name="Picture 2" descr="fig1_rsm_ipd_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398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Primary IPD scenario: diagnostic metrics and ATE bias reduction by method.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2</a:t>
            </a:r>
          </a:p>
        </p:txBody>
      </p:sp>
      <p:pic>
        <p:nvPicPr>
          <p:cNvPr id="3" name="Picture 2" descr="fig2_rsm_ipd_strata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64768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Random-effects ATE bias reduction as the number of strata varies.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3</a:t>
            </a:r>
          </a:p>
        </p:txBody>
      </p:sp>
      <p:pic>
        <p:nvPicPr>
          <p:cNvPr id="3" name="Picture 2" descr="fig3_rsm_real_data_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47104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Real-data illustration: ARI by dataset and method.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